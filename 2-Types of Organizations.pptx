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2" d="100"/>
          <a:sy n="52" d="100"/>
        </p:scale>
        <p:origin x="116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396E-4946-4DEA-8745-7C79522A15AC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31E64-C871-4431-92BC-5F3DFA268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18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396E-4946-4DEA-8745-7C79522A15AC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31E64-C871-4431-92BC-5F3DFA268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09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396E-4946-4DEA-8745-7C79522A15AC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31E64-C871-4431-92BC-5F3DFA268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50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396E-4946-4DEA-8745-7C79522A15AC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31E64-C871-4431-92BC-5F3DFA268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419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396E-4946-4DEA-8745-7C79522A15AC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31E64-C871-4431-92BC-5F3DFA268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96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396E-4946-4DEA-8745-7C79522A15AC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31E64-C871-4431-92BC-5F3DFA268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41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396E-4946-4DEA-8745-7C79522A15AC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31E64-C871-4431-92BC-5F3DFA268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86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396E-4946-4DEA-8745-7C79522A15AC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31E64-C871-4431-92BC-5F3DFA268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93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396E-4946-4DEA-8745-7C79522A15AC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31E64-C871-4431-92BC-5F3DFA268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4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396E-4946-4DEA-8745-7C79522A15AC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31E64-C871-4431-92BC-5F3DFA268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81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396E-4946-4DEA-8745-7C79522A15AC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31E64-C871-4431-92BC-5F3DFA268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06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3396E-4946-4DEA-8745-7C79522A15AC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31E64-C871-4431-92BC-5F3DFA268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41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045" y="2685692"/>
            <a:ext cx="7772400" cy="2387600"/>
          </a:xfrm>
        </p:spPr>
        <p:txBody>
          <a:bodyPr/>
          <a:lstStyle/>
          <a:p>
            <a:r>
              <a:rPr lang="en-US" b="1" dirty="0"/>
              <a:t>Types of Organizations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991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46517" y="2093959"/>
            <a:ext cx="7784527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555555"/>
                </a:solidFill>
                <a:latin typeface="Raleway"/>
              </a:rPr>
              <a:t>O</a:t>
            </a:r>
            <a:r>
              <a:rPr lang="en-US" sz="2800" b="0" i="0" dirty="0" smtClean="0">
                <a:solidFill>
                  <a:srgbClr val="555555"/>
                </a:solidFill>
                <a:effectLst/>
                <a:latin typeface="Raleway"/>
              </a:rPr>
              <a:t>rganizational types according to: </a:t>
            </a:r>
          </a:p>
          <a:p>
            <a:endParaRPr lang="en-US" sz="2400" dirty="0">
              <a:solidFill>
                <a:srgbClr val="555555"/>
              </a:solidFill>
              <a:latin typeface="Raleway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The ratio of stability versus </a:t>
            </a:r>
            <a:r>
              <a:rPr lang="en-US" sz="2400" dirty="0" smtClean="0"/>
              <a:t>flexibility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The ratio of internal versus external mindedness.</a:t>
            </a:r>
          </a:p>
          <a:p>
            <a:endParaRPr lang="en-US" sz="2400" b="0" i="0" dirty="0" smtClean="0">
              <a:solidFill>
                <a:srgbClr val="555555"/>
              </a:solidFill>
              <a:effectLst/>
              <a:latin typeface="Raleway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85657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46517" y="2093959"/>
            <a:ext cx="77845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Objective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List the different types of organization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74920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8814" y="1194307"/>
            <a:ext cx="778452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 smtClean="0"/>
              <a:t>Hierarchical Organization</a:t>
            </a:r>
          </a:p>
          <a:p>
            <a:pPr marL="457200" indent="-457200">
              <a:buAutoNum type="arabicPeriod"/>
            </a:pP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effective in a relatively stable environment, where the efficient and predictable delivering of products is its main reason of </a:t>
            </a:r>
            <a:r>
              <a:rPr lang="en-US" sz="2400" dirty="0" smtClean="0"/>
              <a:t>existence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Following the rules and procedures is of the utmost </a:t>
            </a:r>
            <a:r>
              <a:rPr lang="en-US" sz="2400" dirty="0" smtClean="0"/>
              <a:t>importance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characterized </a:t>
            </a:r>
            <a:r>
              <a:rPr lang="en-US" sz="2400" dirty="0"/>
              <a:t>by a machine bureaucracy with a role </a:t>
            </a:r>
            <a:r>
              <a:rPr lang="en-US" sz="2400" dirty="0" smtClean="0"/>
              <a:t>culture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too ‘internal minded’</a:t>
            </a:r>
          </a:p>
        </p:txBody>
      </p:sp>
    </p:spTree>
    <p:extLst>
      <p:ext uri="{BB962C8B-B14F-4D97-AF65-F5344CB8AC3E}">
        <p14:creationId xmlns:p14="http://schemas.microsoft.com/office/powerpoint/2010/main" val="2558721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8814" y="1194307"/>
            <a:ext cx="778452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2. Market Organization</a:t>
            </a:r>
          </a:p>
          <a:p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external minded </a:t>
            </a:r>
            <a:r>
              <a:rPr lang="en-US" sz="2400" dirty="0" smtClean="0"/>
              <a:t>organization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focus </a:t>
            </a:r>
            <a:r>
              <a:rPr lang="en-US" sz="2400" dirty="0" smtClean="0"/>
              <a:t>lies </a:t>
            </a:r>
            <a:r>
              <a:rPr lang="en-US" sz="2400" dirty="0"/>
              <a:t>primarily on the results and </a:t>
            </a:r>
            <a:r>
              <a:rPr lang="en-US" sz="2400" dirty="0" smtClean="0"/>
              <a:t>productivity; focus ion achievements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demands </a:t>
            </a:r>
            <a:r>
              <a:rPr lang="en-US" sz="2400" dirty="0"/>
              <a:t>and tasks change quickly here</a:t>
            </a:r>
          </a:p>
        </p:txBody>
      </p:sp>
    </p:spTree>
    <p:extLst>
      <p:ext uri="{BB962C8B-B14F-4D97-AF65-F5344CB8AC3E}">
        <p14:creationId xmlns:p14="http://schemas.microsoft.com/office/powerpoint/2010/main" val="861955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8814" y="1194307"/>
            <a:ext cx="778452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3</a:t>
            </a:r>
            <a:r>
              <a:rPr lang="en-US" sz="2400" b="1" dirty="0" smtClean="0"/>
              <a:t>. </a:t>
            </a:r>
            <a:r>
              <a:rPr lang="en-US" sz="2400" b="1" dirty="0"/>
              <a:t>Family </a:t>
            </a:r>
            <a:r>
              <a:rPr lang="en-US" sz="2400" b="1" dirty="0" smtClean="0"/>
              <a:t>Organization</a:t>
            </a:r>
          </a:p>
          <a:p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idea that success is a consequence of individual development, teamwork and shared norms and values is </a:t>
            </a:r>
            <a:r>
              <a:rPr lang="en-US" sz="2400" dirty="0" smtClean="0"/>
              <a:t>paramount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is characterized by a lot of attention for the individual and a strong sense of solidarity. </a:t>
            </a:r>
            <a:endParaRPr lang="en-US" sz="24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 competences, needs and skills of the people are the primary focal point of the organization. </a:t>
            </a:r>
            <a:endParaRPr lang="en-US" sz="24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work </a:t>
            </a:r>
            <a:r>
              <a:rPr lang="en-US" sz="2400" dirty="0"/>
              <a:t>is divided and organized based upon personal needs and preferences.</a:t>
            </a:r>
          </a:p>
        </p:txBody>
      </p:sp>
    </p:spTree>
    <p:extLst>
      <p:ext uri="{BB962C8B-B14F-4D97-AF65-F5344CB8AC3E}">
        <p14:creationId xmlns:p14="http://schemas.microsoft.com/office/powerpoint/2010/main" val="3516415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8814" y="1194307"/>
            <a:ext cx="778452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4</a:t>
            </a:r>
            <a:r>
              <a:rPr lang="en-US" sz="2400" b="1" dirty="0" smtClean="0"/>
              <a:t>. Adhocracy</a:t>
            </a:r>
          </a:p>
          <a:p>
            <a:endParaRPr lang="en-US" sz="2400" b="1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creativity</a:t>
            </a:r>
            <a:r>
              <a:rPr lang="en-US" sz="2400" dirty="0"/>
              <a:t>, entrepreneurship and a dynamical attitude </a:t>
            </a:r>
            <a:r>
              <a:rPr lang="en-US" sz="2400" dirty="0" smtClean="0"/>
              <a:t>dominate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overall </a:t>
            </a:r>
            <a:r>
              <a:rPr lang="en-US" sz="2400" dirty="0"/>
              <a:t>task is innovation and the production of unique and original services and </a:t>
            </a:r>
            <a:r>
              <a:rPr lang="en-US" sz="2400" dirty="0" smtClean="0"/>
              <a:t>products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is a combination of a task and personal culture.</a:t>
            </a:r>
            <a:endParaRPr lang="en-US" sz="2400" b="1" dirty="0" smtClean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34155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</TotalTime>
  <Words>129</Words>
  <Application>Microsoft Office PowerPoint</Application>
  <PresentationFormat>On-screen Show (4:3)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Raleway</vt:lpstr>
      <vt:lpstr>Wingdings</vt:lpstr>
      <vt:lpstr>Office Theme</vt:lpstr>
      <vt:lpstr>Types of Organizations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Organizations </dc:title>
  <dc:creator>Aileen</dc:creator>
  <cp:lastModifiedBy>Aileen</cp:lastModifiedBy>
  <cp:revision>26</cp:revision>
  <dcterms:created xsi:type="dcterms:W3CDTF">2019-07-24T00:18:51Z</dcterms:created>
  <dcterms:modified xsi:type="dcterms:W3CDTF">2019-07-24T01:15:12Z</dcterms:modified>
</cp:coreProperties>
</file>